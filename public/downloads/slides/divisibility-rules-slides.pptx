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005840"/>
            <a:ext cx="3291840" cy="3291840"/>
          </a:xfrm>
          <a:prstGeom prst="ellipse">
            <a:avLst/>
          </a:prstGeom>
          <a:solidFill>
            <a:srgbClr val="BFE0A8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589020"/>
            <a:ext cx="2011680" cy="2011680"/>
          </a:xfrm>
          <a:prstGeom prst="ellipse">
            <a:avLst/>
          </a:prstGeom>
          <a:solidFill>
            <a:srgbClr val="5FA052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FA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WORLD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Divisibility Rules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4612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CF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tests for 2 through 10 — and why they work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491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CF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World  |  Grades 6-10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Definitions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6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57276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Divisibility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193852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is divisible by b if a / b leaves remainder 0.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51460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697480"/>
            <a:ext cx="548640" cy="548640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6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262432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Place-value reasoning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299008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 100, 1000 are divisible by 2/4/8, so last digits decide.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47594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Divisibility Rules  ·  Definitions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4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F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&amp; Formulas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138160" cy="3154680"/>
          </a:xfrm>
          <a:prstGeom prst="roundRect">
            <a:avLst>
              <a:gd name="adj" fmla="val 2319"/>
            </a:avLst>
          </a:prstGeom>
          <a:solidFill>
            <a:srgbClr val="FFFFFF">
              <a:alpha val="94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45920"/>
            <a:ext cx="7406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2: last digit even.        By 5: last digit 0 or 5.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3: digit sum divisible by 3.   By 9: digit sum divisible by 9.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4: last 2 digits divisible by 4.  By 8: last 3 digits divisible by 8.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6: divisible by 2 AND 3.      By 10: last digit 0.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7: double last digit, subtract from rest, repeat.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47594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Divisibility Rules  ·  Rules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THE IDEA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Examples 1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977640" cy="3108960"/>
          </a:xfrm>
          <a:prstGeom prst="roundRect">
            <a:avLst>
              <a:gd name="adj" fmla="val 2941"/>
            </a:avLst>
          </a:prstGeom>
          <a:solidFill>
            <a:srgbClr val="F5F7FC"/>
          </a:solidFill>
          <a:ln w="12700">
            <a:solidFill>
              <a:srgbClr val="BFE0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2316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4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4536 div by 3?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3383280"/>
            <a:ext cx="3429000" cy="0"/>
          </a:xfrm>
          <a:prstGeom prst="line">
            <a:avLst/>
          </a:prstGeom>
          <a:noFill/>
          <a:ln w="12700">
            <a:solidFill>
              <a:srgbClr val="BFE0A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52044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4+5+3+6=18 -&gt; Yes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3977640" cy="3108960"/>
          </a:xfrm>
          <a:prstGeom prst="roundRect">
            <a:avLst>
              <a:gd name="adj" fmla="val 2941"/>
            </a:avLst>
          </a:prstGeom>
          <a:solidFill>
            <a:srgbClr val="F5F7FC"/>
          </a:solidFill>
          <a:ln w="12700">
            <a:solidFill>
              <a:srgbClr val="BFE0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74920" y="1783080"/>
            <a:ext cx="502920" cy="502920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7492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242316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4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7128 div by 8?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0" y="3383280"/>
            <a:ext cx="3429000" cy="0"/>
          </a:xfrm>
          <a:prstGeom prst="line">
            <a:avLst/>
          </a:prstGeom>
          <a:noFill/>
          <a:ln w="12700">
            <a:solidFill>
              <a:srgbClr val="BFE0A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0" y="352044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3 digits 128, 128/8=16 -&gt; Yes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47594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Divisibility Rules  ·  Examples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THE IDEA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3108960"/>
          </a:xfrm>
          <a:prstGeom prst="roundRect">
            <a:avLst>
              <a:gd name="adj" fmla="val 2941"/>
            </a:avLst>
          </a:prstGeom>
          <a:solidFill>
            <a:srgbClr val="F5F7FC"/>
          </a:solidFill>
          <a:ln w="12700">
            <a:solidFill>
              <a:srgbClr val="BFE0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2316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4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2345 div by 7?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3383280"/>
            <a:ext cx="7589520" cy="0"/>
          </a:xfrm>
          <a:prstGeom prst="line">
            <a:avLst/>
          </a:prstGeom>
          <a:noFill/>
          <a:ln w="12700">
            <a:solidFill>
              <a:srgbClr val="BFE0A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52044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234-10=224; 22-8=14 -&gt; Yes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7594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Divisibility Rules  ·  Examples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4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3131820"/>
            <a:ext cx="2926080" cy="2926080"/>
          </a:xfrm>
          <a:prstGeom prst="ellipse">
            <a:avLst/>
          </a:prstGeom>
          <a:solidFill>
            <a:srgbClr val="5FA052">
              <a:alpha val="2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BF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&amp; PRACTICE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772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 Yourself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81381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783080"/>
            <a:ext cx="7406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5124 divisible by 4?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8934 divisible by 9?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1001 divisible by 7?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2-10 divide 360 exactly?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47594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CF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notes with an answer key are in the companion PDF.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Divisibility Rules - Slides</dc:title>
  <dc:subject>PptxGenJS Presentation</dc:subject>
  <dc:creator>Number World</dc:creator>
  <cp:lastModifiedBy>Number World</cp:lastModifiedBy>
  <cp:revision>1</cp:revision>
  <dcterms:created xsi:type="dcterms:W3CDTF">2026-08-27T16:22:59Z</dcterms:created>
  <dcterms:modified xsi:type="dcterms:W3CDTF">2026-08-27T16:22:59Z</dcterms:modified>
</cp:coreProperties>
</file>