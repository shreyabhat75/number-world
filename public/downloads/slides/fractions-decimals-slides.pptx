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291840" cy="3291840"/>
          </a:xfrm>
          <a:prstGeom prst="ellipse">
            <a:avLst/>
          </a:prstGeom>
          <a:solidFill>
            <a:srgbClr val="B9C2F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589020"/>
            <a:ext cx="2011680" cy="2011680"/>
          </a:xfrm>
          <a:prstGeom prst="ellipse">
            <a:avLst/>
          </a:prstGeom>
          <a:solidFill>
            <a:srgbClr val="4E5FC1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5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WORLD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Fractions &amp; Decimals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C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Simplifying, converting, and comparing fractions, decimals &amp; percents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491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World  |  Grades 6-10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Definitions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1719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5727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a/b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385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 over denominator; parts out of a whole.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1719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24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/ Improper / Mixed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99008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num&lt;denom / num&gt;=denom / whole + proper fraction.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rgbClr val="1719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6758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Fractions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0416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value, formed by x or / num &amp; denom by the same number.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 &amp; Decimals  ·  Definitions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&amp; Formulas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3154680"/>
          </a:xfrm>
          <a:prstGeom prst="roundRect">
            <a:avLst>
              <a:gd name="adj" fmla="val 2319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7406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-&gt; Decimal: divide numerator by denominator.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-&gt; Fraction: place value denominator, then simplify.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Fraction/Decimal -&gt; Percent: multiply by 100.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fractions: convert to a common denominator (LCD).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 &amp; Decimals  ·  Rules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B9C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719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18/24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3429000" cy="0"/>
          </a:xfrm>
          <a:prstGeom prst="line">
            <a:avLst/>
          </a:prstGeom>
          <a:noFill/>
          <a:ln w="12700">
            <a:solidFill>
              <a:srgbClr val="B9C2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HCF=6 -&gt; 3/4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B9C2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783080"/>
            <a:ext cx="502920" cy="502920"/>
          </a:xfrm>
          <a:prstGeom prst="ellipse">
            <a:avLst/>
          </a:prstGeom>
          <a:solidFill>
            <a:srgbClr val="1719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74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3/8 as a decimal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3383280"/>
            <a:ext cx="3429000" cy="0"/>
          </a:xfrm>
          <a:prstGeom prst="line">
            <a:avLst/>
          </a:prstGeom>
          <a:noFill/>
          <a:ln w="12700">
            <a:solidFill>
              <a:srgbClr val="B9C2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 = 0.375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 &amp; Decimals  ·  Examples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B9C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719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1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2/3 vs 3/5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7589520" cy="0"/>
          </a:xfrm>
          <a:prstGeom prst="line">
            <a:avLst/>
          </a:prstGeom>
          <a:noFill/>
          <a:ln w="12700">
            <a:solidFill>
              <a:srgbClr val="B9C2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10/15 &gt; 9/15 -&gt; 2/3 is larger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 &amp; Decimals  ·  Examples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131820"/>
            <a:ext cx="2926080" cy="2926080"/>
          </a:xfrm>
          <a:prstGeom prst="ellipse">
            <a:avLst/>
          </a:prstGeom>
          <a:solidFill>
            <a:srgbClr val="4E5FC1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9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PRACTICE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7406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45/60.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7/20 to a decimal and a percent.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1.25 to a mixed number.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1/4 + 1/6.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E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notes with an answer key are in the companion PDF.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Fractions &amp; Decimals - Slides</dc:title>
  <dc:subject>PptxGenJS Presentation</dc:subject>
  <dc:creator>Number World</dc:creator>
  <cp:lastModifiedBy>Number World</cp:lastModifiedBy>
  <cp:revision>1</cp:revision>
  <dcterms:created xsi:type="dcterms:W3CDTF">2026-08-27T16:22:59Z</dcterms:created>
  <dcterms:modified xsi:type="dcterms:W3CDTF">2026-08-27T16:22:59Z</dcterms:modified>
</cp:coreProperties>
</file>