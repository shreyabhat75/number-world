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05840"/>
            <a:ext cx="3291840" cy="3291840"/>
          </a:xfrm>
          <a:prstGeom prst="ellipse">
            <a:avLst/>
          </a:prstGeom>
          <a:solidFill>
            <a:srgbClr val="CADCF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589020"/>
            <a:ext cx="2011680" cy="2011680"/>
          </a:xfrm>
          <a:prstGeom prst="ellipse">
            <a:avLst/>
          </a:prstGeom>
          <a:solidFill>
            <a:srgbClr val="6E8CE0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E8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WORLD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&amp; Whole Numbers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6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numbers, whole numbers, and the number line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491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World  |  Grades 6-10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Definitions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5727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Numbers (N)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93852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2, 3, 4, ... — the counting numbers. No zero, no end.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697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6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6243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 (W)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99008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1, 2, 3, ... — natural numbers plus zero.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7490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6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6758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Line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0416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placed at equal gaps, increasing left to right.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&amp; Whole Numbers  ·  Definitions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&amp; Formulas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3154680"/>
          </a:xfrm>
          <a:prstGeom prst="roundRect">
            <a:avLst>
              <a:gd name="adj" fmla="val 2319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7406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natural number is a whole number — but 0 is not natural.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natural number = 1. Smallest whole number = 0.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largest natural or whole number — both go on forever.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Successor of n = n + 1.  Predecessor of n = n - 1.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&amp; Whole Numbers  ·  Rules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Examples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77640" cy="3108960"/>
          </a:xfrm>
          <a:prstGeom prst="roundRect">
            <a:avLst>
              <a:gd name="adj" fmla="val 2941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Successor of 999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3429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5204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E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 + 1 = 1000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77640" cy="3108960"/>
          </a:xfrm>
          <a:prstGeom prst="roundRect">
            <a:avLst>
              <a:gd name="adj" fmla="val 2941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492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749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24231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Predecessor of 100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3383280"/>
            <a:ext cx="34290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35204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E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100 - 1 = 99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&amp; Whole Numbers  ·  Examples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IDEA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3108960"/>
          </a:xfrm>
          <a:prstGeom prst="roundRect">
            <a:avLst>
              <a:gd name="adj" fmla="val 2941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 between 3 and 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758952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5204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E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4, 5, 6, 7, 8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&amp; Whole Numbers  ·  Examples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131820"/>
            <a:ext cx="2926080" cy="2926080"/>
          </a:xfrm>
          <a:prstGeom prst="ellipse">
            <a:avLst/>
          </a:prstGeom>
          <a:solidFill>
            <a:srgbClr val="6E8CE0">
              <a:alpha val="2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PRACTICE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772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81381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7406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three natural numbers after 47?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0 a natural number? Justify.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Predecessor of 1?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T/F: Every whole number is natural.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7594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notes with an answer key are in the companion PDF.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&amp; Whole Numbers - Slides</dc:title>
  <dc:subject>PptxGenJS Presentation</dc:subject>
  <dc:creator>Number World</dc:creator>
  <cp:lastModifiedBy>Number World</cp:lastModifiedBy>
  <cp:revision>1</cp:revision>
  <dcterms:created xsi:type="dcterms:W3CDTF">2026-08-27T16:22:58Z</dcterms:created>
  <dcterms:modified xsi:type="dcterms:W3CDTF">2026-08-27T16:22:58Z</dcterms:modified>
</cp:coreProperties>
</file>