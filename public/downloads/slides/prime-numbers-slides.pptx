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291840" cy="3291840"/>
          </a:xfrm>
          <a:prstGeom prst="ellipse">
            <a:avLst/>
          </a:prstGeom>
          <a:solidFill>
            <a:srgbClr val="F0C9A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589020"/>
            <a:ext cx="2011680" cy="2011680"/>
          </a:xfrm>
          <a:prstGeom prst="ellipse">
            <a:avLst/>
          </a:prstGeom>
          <a:solidFill>
            <a:srgbClr val="B8504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&amp; Composite Numbers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5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primality testing, and prime factorization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491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  |  Grades 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Definitions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7A2E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Number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factors: 1 and itself. E.g., 2, 3, 5, 7, 11.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7A2E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Number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900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two factors. E.g., 4, 6, 9, 12.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7A2E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75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416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 neither prime nor composite. 2 is the only even prime.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&amp; Composite Numbers  · 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&amp; Formulas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under 100: 2,3,5,7,11,13,17,19,23,29,31,37,41,43,47,53,59,61,67,71,73,79,83,89,97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Primality test: try dividing by primes up to sqrt(n).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tree: split repeatedly until every branch is prime.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composite has exactly one prime factorization.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&amp; Composite Numbers  ·  Rules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F0C9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7A2E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91 prime?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429000" cy="0"/>
          </a:xfrm>
          <a:prstGeom prst="line">
            <a:avLst/>
          </a:prstGeom>
          <a:noFill/>
          <a:ln w="12700">
            <a:solidFill>
              <a:srgbClr val="F0C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= 7 x 13 -&gt; Composite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F0C9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783080"/>
            <a:ext cx="502920" cy="502920"/>
          </a:xfrm>
          <a:prstGeom prst="ellipse">
            <a:avLst/>
          </a:prstGeom>
          <a:solidFill>
            <a:srgbClr val="7A2E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tree of 84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429000" cy="0"/>
          </a:xfrm>
          <a:prstGeom prst="line">
            <a:avLst/>
          </a:prstGeom>
          <a:noFill/>
          <a:ln w="12700">
            <a:solidFill>
              <a:srgbClr val="F0C9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= 2^2 x 3 x 7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&amp; Composite Numbers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F0C9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7A2E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factorization of 100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7589520" cy="0"/>
          </a:xfrm>
          <a:prstGeom prst="line">
            <a:avLst/>
          </a:prstGeom>
          <a:noFill/>
          <a:ln w="12700">
            <a:solidFill>
              <a:srgbClr val="F0C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= 2^2 x 5^2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&amp; Composite Numbers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31820"/>
            <a:ext cx="2926080" cy="292608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primes between 40 and 60.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51 prime or composite? Show work.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factorize 72.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3-digit prime?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notes with an answer key are in the companion PDF.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&amp; Composite Numbers - Slides</dc:title>
  <dc:subject>PptxGenJS Presentation</dc:subject>
  <dc:creator>Number World</dc:creator>
  <cp:lastModifiedBy>Number World</cp:lastModifiedBy>
  <cp:revision>1</cp:revision>
  <dcterms:created xsi:type="dcterms:W3CDTF">2026-08-27T16:22:58Z</dcterms:created>
  <dcterms:modified xsi:type="dcterms:W3CDTF">2026-08-27T16:22:58Z</dcterms:modified>
</cp:coreProperties>
</file>