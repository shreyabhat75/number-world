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05840"/>
            <a:ext cx="3291840" cy="3291840"/>
          </a:xfrm>
          <a:prstGeom prst="ellipse">
            <a:avLst/>
          </a:prstGeom>
          <a:solidFill>
            <a:srgbClr val="D8B4C8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589020"/>
            <a:ext cx="2011680" cy="2011680"/>
          </a:xfrm>
          <a:prstGeom prst="ellipse">
            <a:avLst/>
          </a:prstGeom>
          <a:solidFill>
            <a:srgbClr val="A2456B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2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WORLD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Integers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A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Positives, negatives, zero, and operations on the number line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491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World  |  Grades 6-10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Definitions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3A17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5727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Integers (Z)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93852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{..., -3, -2, -1, 0, 1, 2, 3, ...} — no fractions.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697480"/>
            <a:ext cx="548640" cy="548640"/>
          </a:xfrm>
          <a:prstGeom prst="ellipse">
            <a:avLst/>
          </a:prstGeom>
          <a:solidFill>
            <a:srgbClr val="3A17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6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6243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Value |a|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99008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0 on the number line, always &gt;= 0.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749040"/>
            <a:ext cx="548640" cy="548640"/>
          </a:xfrm>
          <a:prstGeom prst="ellipse">
            <a:avLst/>
          </a:prstGeom>
          <a:solidFill>
            <a:srgbClr val="3A17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6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6758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Inverse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0416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(-a) = 0 — every integer has an opposite.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Integers  ·  Definitions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A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&amp; Formulas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3154680"/>
          </a:xfrm>
          <a:prstGeom prst="roundRect">
            <a:avLst>
              <a:gd name="adj" fmla="val 2319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7406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signs: add magnitudes, keep the sign.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signs: subtract smaller from larger, keep sign of the bigger.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Subtraction: a - b = a + (-b).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negative = smaller value on the number line.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Integers  ·  Rules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Examples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77640" cy="3108960"/>
          </a:xfrm>
          <a:prstGeom prst="roundRect">
            <a:avLst>
              <a:gd name="adj" fmla="val 2941"/>
            </a:avLst>
          </a:prstGeom>
          <a:solidFill>
            <a:srgbClr val="F5F7FC"/>
          </a:solidFill>
          <a:ln w="12700">
            <a:solidFill>
              <a:srgbClr val="D8B4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3A17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 + (-5)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3429000" cy="0"/>
          </a:xfrm>
          <a:prstGeom prst="line">
            <a:avLst/>
          </a:prstGeom>
          <a:noFill/>
          <a:ln w="12700">
            <a:solidFill>
              <a:srgbClr val="D8B4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5204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-12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77640" cy="3108960"/>
          </a:xfrm>
          <a:prstGeom prst="roundRect">
            <a:avLst>
              <a:gd name="adj" fmla="val 2941"/>
            </a:avLst>
          </a:prstGeom>
          <a:solidFill>
            <a:srgbClr val="F5F7FC"/>
          </a:solidFill>
          <a:ln w="12700">
            <a:solidFill>
              <a:srgbClr val="D8B4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4920" y="1783080"/>
            <a:ext cx="502920" cy="502920"/>
          </a:xfrm>
          <a:prstGeom prst="ellipse">
            <a:avLst/>
          </a:prstGeom>
          <a:solidFill>
            <a:srgbClr val="3A173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749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24231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+ (-3)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3383280"/>
            <a:ext cx="3429000" cy="0"/>
          </a:xfrm>
          <a:prstGeom prst="line">
            <a:avLst/>
          </a:prstGeom>
          <a:noFill/>
          <a:ln w="12700">
            <a:solidFill>
              <a:srgbClr val="D8B4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35204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Integers  ·  Examples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3108960"/>
          </a:xfrm>
          <a:prstGeom prst="roundRect">
            <a:avLst>
              <a:gd name="adj" fmla="val 2941"/>
            </a:avLst>
          </a:prstGeom>
          <a:solidFill>
            <a:srgbClr val="F5F7FC"/>
          </a:solidFill>
          <a:ln w="12700">
            <a:solidFill>
              <a:srgbClr val="D8B4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3A17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-10 - (-4)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7589520" cy="0"/>
          </a:xfrm>
          <a:prstGeom prst="line">
            <a:avLst/>
          </a:prstGeom>
          <a:noFill/>
          <a:ln w="12700">
            <a:solidFill>
              <a:srgbClr val="D8B4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5204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-10 + 4 = -6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Integers  ·  Examples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A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131820"/>
            <a:ext cx="2926080" cy="2926080"/>
          </a:xfrm>
          <a:prstGeom prst="ellipse">
            <a:avLst/>
          </a:prstGeom>
          <a:solidFill>
            <a:srgbClr val="A2456B">
              <a:alpha val="2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PRACTICE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772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1381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7406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-15 + 9.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6 - (-6).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greater: -8 or -3?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Arrange: 4, -4, 0, -9, 7 in ascending order.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A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notes with an answer key are in the companion PDF.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Integers - Slides</dc:title>
  <dc:subject>PptxGenJS Presentation</dc:subject>
  <dc:creator>Number World</dc:creator>
  <cp:lastModifiedBy>Number World</cp:lastModifiedBy>
  <cp:revision>1</cp:revision>
  <dcterms:created xsi:type="dcterms:W3CDTF">2026-08-27T16:22:58Z</dcterms:created>
  <dcterms:modified xsi:type="dcterms:W3CDTF">2026-08-27T16:22:58Z</dcterms:modified>
</cp:coreProperties>
</file>